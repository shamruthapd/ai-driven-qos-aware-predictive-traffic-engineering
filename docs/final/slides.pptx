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52F"/>
                </a:solidFill>
              </a:defRPr>
            </a:pPr>
            <a:r>
              <a:t>Presentation Slide Deck — AI-Driven QoS-Aware Predictive Traffic Engineering &amp; Self-Healing in SDN Edge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980B9"/>
                </a:solidFill>
              </a:defRPr>
            </a:pPr>
            <a:r>
              <a:t>Course:** CS23502 — Networks and Data Communication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Date:** Week 12 (Final Review &amp; Defense)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Team Members:**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Member 1: Harshitha (Control-Plane Lead)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Member 2: Sanjay (Data-Plane Lead)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Member 3: Samyuktha (Self-Healing Design Lead)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Member 4: Shamrutha (AI Runtime &amp; Evaluation Lead)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52F"/>
                </a:solidFill>
              </a:defRPr>
            </a:pPr>
            <a:r>
              <a:t>Slide 1: Title &amp;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980B9"/>
                </a:solidFill>
              </a:defRPr>
            </a:pPr>
            <a:r>
              <a:t>Project Title:** AI-Driven QoS-Aware Predictive Traffic Engineering and Self-Healing in SDN-Based Edge Networks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Core Problem:**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Reactive SDN failure recovery is slow (1.5s+ latency, dropped packets).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Best-Effort FIFO queuing causes bufferbloat and starves real-time traffic under congestion.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Our Solution:** A closed-loop zero-cost architecture combining OpenFlow 1.3 switch-local Fast-Failover with proactive PyTorch LSTM traffic forecasting and two-layer self-healing.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Speaker:** Member 4 (Shamrutha)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52F"/>
                </a:solidFill>
              </a:defRPr>
            </a:pPr>
            <a:r>
              <a:t>Slide 2: 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980B9"/>
                </a:solidFill>
              </a:defRPr>
            </a:pPr>
            <a:r>
              <a:t>Edge Network Constraints:**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Limited bandwidth and shared multi-tenant links.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Mission-critical traffic (telesurgery, VoIP, IoT telemetry) co-exists with aggressive bulk data transfers.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Why Traditional SDN Fails:**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Control-plane round trips (`OFPT_PORT_STATUS` -&gt; Controller -&gt; `OFPT_FLOW_MOD`) take 1.2s to 2.5s.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In a 100 Mbps link, a 1.5s delay drops **over 18 MB of in-flight data**.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The Research Question:** Can we achieve **sub-second self-healing (&lt; 50 ms)** while guaranteeing QoS queue isolation before and after failover?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Speaker:** Member 4 (Shamrutha)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52F"/>
                </a:solidFill>
              </a:defRPr>
            </a:pPr>
            <a:r>
              <a:t>Slide 3: System Architecture &amp; The Two-Layer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980B9"/>
                </a:solidFill>
              </a:defRPr>
            </a:pPr>
            <a:r>
              <a:t>Layer 1: Hardware Fast-Failover (Data Plane)**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Pre-provisions primary and backup buckets on edge switches `s1` and `s2`.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Switch hardware detects link loss directly in datapath; fails over locally in **41 ms**.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Layer 2: AI Proactive Self-Healing (Control Plane)**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LSTM model forecasts bandwidth demand 15-30s in advance.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If congestion is predicted ($&gt; 85\%$ capacity), proactively shifts bulk TCP traffic to alternate path before packet drops occur.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Speaker:** Member 3 (Samyuktha)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52F"/>
                </a:solidFill>
              </a:defRPr>
            </a:pPr>
            <a:r>
              <a:t>Slide 4: Data-Plane Design, Topology &amp; QoS Queuing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980B9"/>
                </a:solidFill>
              </a:defRPr>
            </a:pPr>
            <a:r>
              <a:t>Topology:** 3 OpenFlow 1.3 switches (`s1`, `s2`, `s3`) and 4 hosts (`h1`-`h4`).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Primary path: `s1-eth3 &lt;-&gt; s3 &lt;-&gt; s2-eth3` (100 Mbps).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Redundant direct link: `s1-eth4 &lt;-&gt; s2-eth4` (100 Mbps).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HTB QoS Queues:**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Queue 0 (Bulk / Best-Effort):** Rate-limited ceiling at 4 Mbps.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Queue 1 (Priority / VoIP):** Guaranteed minimum 8 Mbps, max 10 Mbps.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Key Innovation:** Queues provisioned on **both primary and backup ports**, preventing QoS loss on failover.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Speaker:** Member 2 (Sanjay)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52F"/>
                </a:solidFill>
              </a:defRPr>
            </a:pPr>
            <a:r>
              <a:t>Slide 5: Control Plane, Group Tables &amp; REST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980B9"/>
                </a:solidFill>
              </a:defRPr>
            </a:pPr>
            <a:r>
              <a:t>OS-Ken OpenFlow 1.3 Controller:**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`controller/flow_classifier.py`: Automatically tags DSCP 46 / port 5202 with `metadata=0x1`.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`controller/ff_groups.py`: Injects `OFPActionSetQueue` into **both** buckets of Group 100/200.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`controller/ai_sdn_bridge.py`: Lightweight REST bridge decoupling PyTorch CPU/GPU inference from the OpenFlow event loop.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Zero Flow-Mod Proof:** The controller receives port-down alerts for telemetry, but issues **zero new flow-mods** during failover.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Speaker:** Member 1 (Harshitha)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52F"/>
                </a:solidFill>
              </a:defRPr>
            </a:pPr>
            <a:r>
              <a:t>Slide 6: Live System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980B9"/>
                </a:solidFill>
              </a:defRPr>
            </a:pPr>
            <a:r>
              <a:t>Segment 1: Normal Operation (Scenario S1)**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Verify group table configuration (`ovs-ofctl dump-groups s1`).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Show steady traffic flowing over primary path via `s3`.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Segment 2: Live Link Failure (Scenario S3)**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Cut primary link `s1-eth3`.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Ping stream drops only 4 packets (**40 ms** gap) before instant recovery.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Controller log confirms zero flow-mod overhead.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Segment 3: Congestion Mitigation (Scenario S2)**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AI engine detects predictive overload and offloads bulk traffic.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Speakers:** Member 3 (Narration), Member 2 (Mininet), Member 1 (Controller)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52F"/>
                </a:solidFill>
              </a:defRPr>
            </a:pPr>
            <a:r>
              <a:t>Slide 7: Empirical Results &amp; Performance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980B9"/>
                </a:solidFill>
              </a:defRPr>
            </a:pPr>
            <a:r>
              <a:t>Recovery Time (Scenario S3):**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Static Baseline: 8,000.0 ms (Full outage).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Reactive SDN: 1,535.0 ms (Fails sub-second SLA).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Proposed System: 41.0 ms (37.4x faster; passes sub-second claim).**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Priority QoS Under Heavy Congestion (Scenario S2):**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Priority Latency: reduced from **48.5 ms to 7.6 ms** (84% reduction).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Priority Packet Loss: reduced from **21.4% to 0.12%**.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Priority Jitter: reduced from **14.8 ms to 1.2 ms**.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Effective Network Goodput: increased from **4.1 Mbps to 9.4 Mbps** (+129%).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Speaker:** Member 4 (Shamrutha)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52F"/>
                </a:solidFill>
              </a:defRPr>
            </a:pPr>
            <a:r>
              <a:t>Slide 8: Technical Limitations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980B9"/>
                </a:solidFill>
              </a:defRPr>
            </a:pPr>
            <a:r>
              <a:t>Honest Limitations:**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Emulation on Mininet/WSL2 kernel threads introduces minor scheduling jitter.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Prototype evaluated on edge fat-tree mesh (3 switches).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Future Directions:**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Deploying on physical Raspberry Pi OpenFlow hardware testbeds.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Reinforcement Learning (PPO / DQN) for dynamic multi-path load balancing.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Hardware BFD (Bidirectional Forwarding Detection) for sub-10 ms detection.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Speaker:** Member 4 (Shamrutha)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52F"/>
                </a:solidFill>
              </a:defRPr>
            </a:pPr>
            <a:r>
              <a:t>Slide 9: Conclusion &amp; Defense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2980B9"/>
                </a:solidFill>
              </a:defRPr>
            </a:pPr>
            <a:r>
              <a:t>Summary:**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Zero-cost emulated SDN system: Delivered and verified.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Sub-second self-healing claim: Verified at **41 ms**.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Proactive QoS SLA protection: Verified with 84% latency reduction.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All Team Milestone Gates A through E achieved.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The Team is Ready for Questions.**</a:t>
            </a:r>
          </a:p>
          <a:p>
            <a:pPr>
              <a:defRPr b="1" sz="1700">
                <a:solidFill>
                  <a:srgbClr val="2980B9"/>
                </a:solidFill>
              </a:defRPr>
            </a:pPr>
            <a:r>
              <a:t>Speakers:** All 4 Members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